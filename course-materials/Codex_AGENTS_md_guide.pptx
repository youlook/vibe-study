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db56bc11934d7f" /><Relationship Type="http://schemas.openxmlformats.org/officeDocument/2006/relationships/extended-properties" Target="/docProps/app.xml" Id="R6a4a95d3e83d4928" /><Relationship Type="http://schemas.openxmlformats.org/officeDocument/2006/relationships/officeDocument" Target="/ppt/presentation.xml" Id="R8a82dae3eaa745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42a7274ef34232"/>
  </p:sldMasterIdLst>
  <p:notesMasterIdLst>
    <p:notesMasterId xmlns:r="http://schemas.openxmlformats.org/officeDocument/2006/relationships" r:id="R376e2ed98dd44e73"/>
  </p:notesMasterIdLst>
  <p:sldIdLst>
    <p:sldId xmlns:r="http://schemas.openxmlformats.org/officeDocument/2006/relationships" id="256" r:id="R8533e79f46184bee"/>
    <p:sldId xmlns:r="http://schemas.openxmlformats.org/officeDocument/2006/relationships" id="257" r:id="Rf09b0b53a8684b4b"/>
    <p:sldId xmlns:r="http://schemas.openxmlformats.org/officeDocument/2006/relationships" id="258" r:id="R4ce35822a5cb46f1"/>
    <p:sldId xmlns:r="http://schemas.openxmlformats.org/officeDocument/2006/relationships" id="259" r:id="R08fa34b52d53494d"/>
    <p:sldId xmlns:r="http://schemas.openxmlformats.org/officeDocument/2006/relationships" id="260" r:id="R9c826c69adec4515"/>
    <p:sldId xmlns:r="http://schemas.openxmlformats.org/officeDocument/2006/relationships" id="261" r:id="Ra3c6cb9a586748b2"/>
    <p:sldId xmlns:r="http://schemas.openxmlformats.org/officeDocument/2006/relationships" id="262" r:id="Rd74ce164cb524018"/>
    <p:sldId xmlns:r="http://schemas.openxmlformats.org/officeDocument/2006/relationships" id="263" r:id="Rf59e936f5efc40c2"/>
    <p:sldId xmlns:r="http://schemas.openxmlformats.org/officeDocument/2006/relationships" id="264" r:id="R63ae20020be44aa8"/>
    <p:sldId xmlns:r="http://schemas.openxmlformats.org/officeDocument/2006/relationships" id="265" r:id="R6ff051f13be246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043d90a1fa42c5" /><Relationship Type="http://schemas.openxmlformats.org/officeDocument/2006/relationships/slideMaster" Target="/ppt/slideMasters/slideMaster1.xml" Id="R5842a7274ef34232" /><Relationship Type="http://schemas.openxmlformats.org/officeDocument/2006/relationships/notesMaster" Target="/ppt/notesMasters/notesMaster1.xml" Id="R376e2ed98dd44e73" /><Relationship Type="http://schemas.openxmlformats.org/officeDocument/2006/relationships/presProps" Target="/ppt/presProps.xml" Id="Rd142ce097b374c10" /><Relationship Type="http://schemas.openxmlformats.org/officeDocument/2006/relationships/tableStyles" Target="/ppt/tableStyles.xml" Id="R9935dcdc39f34c30" /><Relationship Type="http://schemas.openxmlformats.org/officeDocument/2006/relationships/slide" Target="/ppt/slides/slide1.xml" Id="R8533e79f46184bee" /><Relationship Type="http://schemas.openxmlformats.org/officeDocument/2006/relationships/slide" Target="/ppt/slides/slide2.xml" Id="Rf09b0b53a8684b4b" /><Relationship Type="http://schemas.openxmlformats.org/officeDocument/2006/relationships/slide" Target="/ppt/slides/slide3.xml" Id="R4ce35822a5cb46f1" /><Relationship Type="http://schemas.openxmlformats.org/officeDocument/2006/relationships/slide" Target="/ppt/slides/slide4.xml" Id="R08fa34b52d53494d" /><Relationship Type="http://schemas.openxmlformats.org/officeDocument/2006/relationships/slide" Target="/ppt/slides/slide5.xml" Id="R9c826c69adec4515" /><Relationship Type="http://schemas.openxmlformats.org/officeDocument/2006/relationships/slide" Target="/ppt/slides/slide6.xml" Id="Ra3c6cb9a586748b2" /><Relationship Type="http://schemas.openxmlformats.org/officeDocument/2006/relationships/slide" Target="/ppt/slides/slide7.xml" Id="Rd74ce164cb524018" /><Relationship Type="http://schemas.openxmlformats.org/officeDocument/2006/relationships/slide" Target="/ppt/slides/slide8.xml" Id="Rf59e936f5efc40c2" /><Relationship Type="http://schemas.openxmlformats.org/officeDocument/2006/relationships/slide" Target="/ppt/slides/slide9.xml" Id="R63ae20020be44aa8" /><Relationship Type="http://schemas.openxmlformats.org/officeDocument/2006/relationships/slide" Target="/ppt/slides/slide10.xml" Id="R6ff051f13be246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512c277b5a47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ff7f6790e74f09" /><Relationship Type="http://schemas.openxmlformats.org/officeDocument/2006/relationships/notesMaster" Target="/ppt/notesMasters/notesMaster1.xml" Id="Rd78605f893ce4e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7e1d95289b4e59" /><Relationship Type="http://schemas.openxmlformats.org/officeDocument/2006/relationships/notesMaster" Target="/ppt/notesMasters/notesMaster1.xml" Id="R549443250d5d4ca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e0c3c4b2a94bfc" /><Relationship Type="http://schemas.openxmlformats.org/officeDocument/2006/relationships/notesMaster" Target="/ppt/notesMasters/notesMaster1.xml" Id="R27414cd11ee34e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12a47daa26d47d7" /><Relationship Type="http://schemas.openxmlformats.org/officeDocument/2006/relationships/notesMaster" Target="/ppt/notesMasters/notesMaster1.xml" Id="R39f0fc622a2a45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0031cb11e24b5f" /><Relationship Type="http://schemas.openxmlformats.org/officeDocument/2006/relationships/notesMaster" Target="/ppt/notesMasters/notesMaster1.xml" Id="R086c1e7a491044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b0aa3629cc4095" /><Relationship Type="http://schemas.openxmlformats.org/officeDocument/2006/relationships/notesMaster" Target="/ppt/notesMasters/notesMaster1.xml" Id="R459677643e514d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cefdd4602cf481a" /><Relationship Type="http://schemas.openxmlformats.org/officeDocument/2006/relationships/notesMaster" Target="/ppt/notesMasters/notesMaster1.xml" Id="R877d20ea3c764c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ced3273f1a942d5" /><Relationship Type="http://schemas.openxmlformats.org/officeDocument/2006/relationships/notesMaster" Target="/ppt/notesMasters/notesMaster1.xml" Id="Rfcbe6643c20a48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c499c5f70545fe" /><Relationship Type="http://schemas.openxmlformats.org/officeDocument/2006/relationships/notesMaster" Target="/ppt/notesMasters/notesMaster1.xml" Id="R618e1a53eebe4bc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d09a666fc1420c" /><Relationship Type="http://schemas.openxmlformats.org/officeDocument/2006/relationships/notesMaster" Target="/ppt/notesMasters/notesMaster1.xml" Id="Raf8e687f84dd4f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>강의에서는 실제 적용 전 현재 Codex 버전의 공식 문서를 함께 확인합니다.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OpenAI Codex 공식 문서, AGENTS.md 안내 https://developers.openai.com/codex/guides/agents-md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c5dc09eb334a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07af0ef2bb43a8" /><Relationship Type="http://schemas.openxmlformats.org/officeDocument/2006/relationships/slideLayout" Target="/ppt/slideLayouts/slideLayout1.xml" Id="R8d6123336e6849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6123336e6849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af88d0befb4feb" /><Relationship Type="http://schemas.openxmlformats.org/officeDocument/2006/relationships/notesSlide" Target="/ppt/notesSlides/notesSlide1.xml" Id="Rcfe88c76393a49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79f4ba2434279" /><Relationship Type="http://schemas.openxmlformats.org/officeDocument/2006/relationships/notesSlide" Target="/ppt/notesSlides/notesSlide2.xml" Id="R8f07d1feb0224d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6b611fca24e3d" /><Relationship Type="http://schemas.openxmlformats.org/officeDocument/2006/relationships/notesSlide" Target="/ppt/notesSlides/notesSlide3.xml" Id="Rd131f1ed187a4c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079c892b034488" /><Relationship Type="http://schemas.openxmlformats.org/officeDocument/2006/relationships/notesSlide" Target="/ppt/notesSlides/notesSlide4.xml" Id="Rbdc6ac8f787148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dcdd5f04334372" /><Relationship Type="http://schemas.openxmlformats.org/officeDocument/2006/relationships/notesSlide" Target="/ppt/notesSlides/notesSlide5.xml" Id="R83503eed590e4ce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e394dbe0d4c8c" /><Relationship Type="http://schemas.openxmlformats.org/officeDocument/2006/relationships/notesSlide" Target="/ppt/notesSlides/notesSlide6.xml" Id="R5201b1d9d6ad4d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19a89790db43fc" /><Relationship Type="http://schemas.openxmlformats.org/officeDocument/2006/relationships/notesSlide" Target="/ppt/notesSlides/notesSlide7.xml" Id="R45126eb9f1c145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9ce04383f4a4f" /><Relationship Type="http://schemas.openxmlformats.org/officeDocument/2006/relationships/notesSlide" Target="/ppt/notesSlides/notesSlide8.xml" Id="Ra7ce85206cff40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c150721a54ca6" /><Relationship Type="http://schemas.openxmlformats.org/officeDocument/2006/relationships/notesSlide" Target="/ppt/notesSlides/notesSlide9.xml" Id="Rf9884cea413c42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b3a90b30949ba" /><Relationship Type="http://schemas.openxmlformats.org/officeDocument/2006/relationships/notesSlide" Target="/ppt/notesSlides/notesSlide10.xml" Id="R66a9c2e954194e1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33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69C802-678E-4FBD-8D58-6EB75F4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A925A-F39C-45BF-85C4-2FB08F28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0"/>
            <a:ext cx="401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944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22E247-F3D9-4B94-BF61-AA6C46CF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1620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692D9-D817-43B9-BE76-AE2976C0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335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~/.codex/AGENTS.md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F812F-D60E-44DA-BEDA-42B045A3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1460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A6DFA5-C108-48B3-8124-35D273FB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8605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rPr>
              <a:t>project/AGENTS.md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E43EFF-A1CA-4166-BBC3-D6DC923B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671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48E97F-51E1-4FC1-9C11-3B4DC7C8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38600"/>
            <a:ext cx="200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rPr>
              <a:t>module/AGENTS.md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92A05-E6C7-4F3C-868B-2EDFDFCC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666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Codex 프로젝트별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AGENTS.md 구성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3CE49-8620-4917-BA8A-21BB4E59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628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FD8E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CFD8EA"/>
                </a:solidFill>
                <a:latin typeface="Apple SD Gothic Neo"/>
                <a:ea typeface="Apple SD Gothic Neo"/>
                <a:cs typeface="Apple SD Gothic Neo"/>
              </a:rPr>
              <a:t>공통 규칙과 프로젝트 규칙을 나누는 실전 방법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782B3-D5EA-4384-9CA4-67432ADD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10분 개념 설명 + 20분 실습</a:t>
            </a:r>
          </a:p>
        </p:txBody>
      </p:sp>
    </p:spTree>
    <p:extLst>
      <p:ext uri="{BB962C8B-B14F-4D97-AF65-F5344CB8AC3E}">
        <p14:creationId xmlns:p14="http://schemas.microsoft.com/office/powerpoint/2010/main" val="8697779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B5F32-58DA-4812-93EC-378DBFA4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560B9-E3DB-4346-9CCA-04D10ACC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왼쪽의 프로젝트는 작업 폴더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E1B22E-AFDB-4243-BC8C-0A3C4F3A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6C79C-A495-4F12-AC7E-022E333C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657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33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Codex 앱에서 프로젝트를 선택하면 그 폴더를 기준으로 작업이 시작됩니다.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8A569-4DC2-4ABC-82B3-B04B197B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4958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B5656-A9FE-404A-9262-043A1913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사이드바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22108B-E19F-4EFF-A003-635297C2B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3886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89F92-4A2F-46C3-A141-C10D317D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552825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sql-formatter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B1053F-F6FE-4740-9117-056499EA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67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poreia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099EB-42FE-4D3F-8DB3-1510E8A0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863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vibe-study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2D03B7-DF4C-4CBB-BDD1-0D53BDDA1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622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rPr>
              <a:t>중요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967AEC-7F47-45AD-B8FF-70A1BDB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4476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사이드바 그룹이</a:t>
            </a:r>
          </a:p>
          <a:p xmlns:a="http://schemas.openxmlformats.org/drawingml/2006/main">
            <a:pPr algn="l">
              <a:def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설정 상속 구조를 만들지는 않습니다.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910BD9-0099-42FA-8EA3-7A5B053F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57700"/>
            <a:ext cx="447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적용 범위는 파일 위치와 현재 작업 디렉터리를 기준으로 결정됩니다.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DDEA43-38D7-4CCA-8E0C-829E3A88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C866A-8056-47BD-80CB-12ACAE7F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77816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92C1D-3181-4B09-9B5C-FCF81141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453EB-2DF4-45A5-B3BD-6665005F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AGENTS.md의 역할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3E07D4-6DF7-4E78-92B4-758FC6AA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77479-EE01-4597-AE36-8760B9CB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Codex가 저장소에서 작업할 때 따라야 할 지침을 적는 파일입니다.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CFE57-06E5-4871-95D5-E72DD6A9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코딩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7483AF-5525-4B27-B7FB-E56C61F0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431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906B3-27BB-421B-98DE-026FE122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765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언어·스타일·설계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6C2C79-9659-4E1C-AA1D-B28DA2C1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75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ED344-0FF9-4DD6-A11B-BEA9A451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2422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4DDA0-E4E1-492A-A8F9-57E9E1A7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57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빌드·테스트·포맷 명령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4C895A-6474-4F4C-BF1F-AC0A17A39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Git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971DA1-73F7-44CA-AF43-A9E5D8E1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0527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10A68-900B-47B5-B807-3156400D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03860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커밋·푸시·브랜치 정책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CA012-CB58-4984-B907-811885E7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주의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157B2-B6D4-4041-8DCD-A29B057C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86325"/>
            <a:ext cx="285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ED9073-1A97-428B-BA5B-8C179E8F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96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수정 금지 파일과 보안 규칙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0FC8D5-3A5B-44BC-AD5A-FACB447B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19350"/>
            <a:ext cx="3162300" cy="2819400"/>
          </a:xfrm>
          <a:prstGeom xmlns:a="http://schemas.openxmlformats.org/drawingml/2006/main" prst="roundRect">
            <a:avLst>
              <a:gd name="adj" fmla="val 270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993323-F162-424C-8393-2B6CB9B5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8A6510"/>
                </a:solidFill>
                <a:latin typeface="Apple SD Gothic Neo"/>
                <a:ea typeface="Apple SD Gothic Neo"/>
                <a:cs typeface="Apple SD Gothic Neo"/>
              </a:rPr>
              <a:t>README.md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489257-1413-4199-A33A-29549E92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2438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사람에게 프로젝트를 설명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EC4FC6-C509-46AB-BA54-C09C7032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43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D49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E7224-78DD-43DD-8F9A-398C2D84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005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rPr>
              <a:t>AGENTS.md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00C710-D1A8-40F8-A431-E16C88716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815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Codex에게 작업 방법을 설명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ABA419-88C9-4587-B5E3-9B10DE6A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78FBA-7D84-4D35-B975-0F401811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280518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BC7C94-E114-4E9D-9618-6CC51809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A8F33-FBD8-4C49-BCDF-DADA9F00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설정과 프로젝트별 설정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F992A7-9BBC-488E-9D35-62C9557C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BDAE4B-02ED-400C-BF53-11C1C723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28800"/>
            <a:ext cx="100584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EDA39D-E847-439F-A435-09DAFC55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공통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CA592-66DD-43A9-9B91-F5147EC0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943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~/.codex/AGENTS.md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FDCBF1-FFE4-45A3-98F4-06427CBD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05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모든 프로젝트에서 반복할 작업 원칙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7E9D6F-4D9F-4C86-8A64-E7E5A368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105150"/>
            <a:ext cx="92583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74120-D7A7-4DBF-BC7D-4B2291A7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27660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프로젝트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71DEE7-DF71-4246-9B6B-C773AE2F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194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sql-formatter/AGENTS.md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B6EB4-47B0-4368-9590-6E7094E6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기술 스택과 저장소 전용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AB4B2-C9A6-44ED-B537-3AD86F601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81500"/>
            <a:ext cx="84582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FB147-31D5-4C97-BB07-F87D71853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52950"/>
            <a:ext cx="1200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하위 폴더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F308D-0B96-4682-A287-6258BD7B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958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src/parser/AGENTS.md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628B54-ABBF-4CEC-8ED0-9C7FA254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57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특정 디렉터리에만 필요한 지침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3C52E-9BD8-4E7B-8F8A-0DC85CBF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600700"/>
            <a:ext cx="845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작업 위치에 가까운 지침일수록 더 구체적인 맥락을 제공합니다.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57E57A-F3A5-4E3B-963B-4C4D5E2A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A1F67-43C1-4DB9-ACD8-2527203E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68692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7C2408-29DB-4191-861C-B78445B2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FF00C8-0D26-452F-AFC1-9F8E00D7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어떤 규칙을 어디에 둘까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5A33F-8CFE-41EF-9E85-07E99358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987BF-3469-4431-81DA-D6BA5455C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CC91C-E32E-4BC4-84F4-343ACD7F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AGENTS.md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741DF-09C8-4252-A772-D72B7DF2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D0FBE-17B8-462B-9A85-689A8C9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724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대화 언어와 응답 방식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커밋·푸시 기본 정책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시스템 설정 변경 제한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4CE09-2BC4-4C10-A2BB-E79F9CE2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09750"/>
            <a:ext cx="3257550" cy="373380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DDF4E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3209A-F858-4B2F-9F35-20BB5EF31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9550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9E47E-8463-481C-AF62-6629AC2CC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24150"/>
            <a:ext cx="2724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D0405F-2C31-47A2-A269-B93CAE0C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52750"/>
            <a:ext cx="27241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기술 스택과 디렉터리 구조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빌드·테스트 명령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저장소의 핵심 규칙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FC39D-D9AB-4410-9250-F95B197F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84810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BFFC98-71E1-4440-BCE9-296B5883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31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docs/*.md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B1C14-2C6D-4E2C-BB12-A9E9C5F1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724150"/>
            <a:ext cx="331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58B454-C7A5-46BB-9DF2-3CF18B9A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52750"/>
            <a:ext cx="33147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긴 포맷 규칙과 예제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상세 테스트 절차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필요할 때만 읽을 참고 문서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8D684-BC40-4839-83DA-6374DA3B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원칙: 자주 쓰는 규칙은 가까이, 긴 설명은 별도 문서에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051A8C-800E-44AE-B989-895C1036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CF158F-1136-428B-8BD0-D951E2BA7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558612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69829D-FD58-4D81-BCEE-434609F3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EA0174-80C9-44E7-B762-438E1D9A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추천 폴더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2FD09A-0CA0-4971-A3E6-50C61710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6A46C-305B-483B-AB64-A211BFB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6667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23314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C5D4F-D2FC-4A25-83CB-A18CC1BF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62150"/>
            <a:ext cx="5905500" cy="3543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~/.codex/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└── AGENTS.md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~/dev/sources/git/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├── sql-formatter/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│   ├── AGENTS.md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│   └── docs/formatter-rules.md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└── poreia/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 ├── AGENTS.md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    └── docs/testing.md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58960B-4BAE-485D-8BE5-C63CDE30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rPr>
              <a:t>상위 git 폴더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C341F-90B1-4817-B809-E9E0CBE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381250"/>
            <a:ext cx="31051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여러 저장소의 부모 폴더에 둔 파일은 각 프로젝트에서 항상 읽힌다고 가정하지 않습니다.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65558-6A2D-4716-AFC3-7CECF6D8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05250"/>
            <a:ext cx="31051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전체 공통 규칙은 Codex 홈의 AGENTS.md에 두는 구성이 명확합니다.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C1418-104E-414B-8FFB-E4B17DF3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FDB4C-AD87-4EB2-85CA-F1CA3142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287669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827C0-C399-4860-840E-F7E93CA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86857-EAAB-4AF2-84BB-B868854C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AGENTS.md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FAE9E2-5D24-47E7-BF35-E93E8779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DC88E-4EC8-471E-88C4-6C79661A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108204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09DF98-ACA5-4A0C-9E68-882DE1E1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38350"/>
            <a:ext cx="10058400" cy="2990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# 공통 작업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사용자에게는 한국어로 간결하게 설명한다.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사용자가 요청하기 전에는 커밋하거나 푸시하지 않는다.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시스템 환경변수와 OS 설정을 임의로 변경하지 않는다.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기존 사용자 변경사항을 보존한다.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92335-DE59-4150-BC12-9C90ED3A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14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C4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BA3C9-577B-404B-A10A-7B082613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0070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프로젝트가 바뀌어도 지킬 원칙만 적습니다.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3A869-8BAC-4A01-96FE-862D9CF5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2860F-BC2E-4C99-9A26-D5F163E3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00302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28233B-7AF4-4AA5-B468-7EF5750B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09CCB9-D0E2-457C-A99F-A47FF582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 AGENTS.md 예제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B15AD-9105-45EF-8F83-DD94CE362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B2913-5869-4269-9FF5-C23C9640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sql-formatter/AGENTS.md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73308-B630-45CD-814F-01C51244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108204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A792E9-2297-4D7A-8301-0840C8B3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100584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# SQL Formatter 작업 규칙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Java 21과 Gradle Wrapper를 사용한다.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SQL Server 문법과 MyBatis XML 표현식을 보존한다.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수정 후 ./scripts/verify-local.sh를 실행한다.</a:t>
            </a:r>
          </a:p>
          <a:p xmlns:a="http://schemas.openxmlformats.org/drawingml/2006/main">
            <a:pPr algn="l">
              <a:def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0">
                <a:solidFill>
                  <a:srgbClr val="F3F4F6"/>
                </a:solidFill>
                <a:latin typeface="Apple SD Gothic Neo"/>
                <a:ea typeface="Apple SD Gothic Neo"/>
                <a:cs typeface="Apple SD Gothic Neo"/>
              </a:rPr>
              <a:t>- 상세 정렬 규칙은 docs/formatter-rules.md를 확인한다.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9D14DD-9F48-4F6C-830B-3F9D802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23856B"/>
                </a:solidFill>
                <a:latin typeface="Apple SD Gothic Neo"/>
                <a:ea typeface="Apple SD Gothic Neo"/>
                <a:cs typeface="Apple SD Gothic Neo"/>
              </a:rPr>
              <a:t>공통 규칙을 반복하지 않고 이 저장소에서 달라지는 내용만 기록합니다.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4B3B91-DC76-40AE-B179-36C38CBB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F8F714-9579-4C98-B091-E2557FCF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488516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F66573-4549-49DF-8C77-0D17607D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975E5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4BDA33-0837-42FB-81BF-0612BA20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5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실습: 설정 범위 확인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6E8A8-3C67-48DC-B794-651C1D28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A06D4B-2165-4F5A-ADBB-92219410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907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E715D-5AE6-4D0C-86D3-05FC149F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213E0-8D7A-45D6-B019-4DF5A89D3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90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공통 파일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DD28B-0A58-496A-BB11-B6E4F7E5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907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~/.codex/AGENTS.md에 응답 언어 규칙 작성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A88C6-1C4A-4E9E-A589-F1564C7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3A5CF1-B8CE-46E0-ADE2-96F9568C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D70AF5-B452-4CB1-BD8F-DD369C7E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프로젝트 파일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CA9033-7F5B-4850-9BE3-D8BD0662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813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프로젝트 루트에 빌드 명령 작성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0BDA5-CF98-47DC-9771-2243848F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719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63C3C-E7C7-404F-B530-040292CA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185726-07BB-422F-A280-4FE559A3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7719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새 작업 시작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4CE7B0-30BE-497A-81C8-0E10B6A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719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해당 폴더를 프로젝트로 열고 간단한 요청 실행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92B85-66FC-474D-9EBE-0FD0E31C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3856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78BE82-13DA-481A-9F7A-7204144B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59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570203-3906-433C-BC16-43F5E838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23314F"/>
                </a:solidFill>
                <a:latin typeface="Apple SD Gothic Neo"/>
                <a:ea typeface="Apple SD Gothic Neo"/>
                <a:cs typeface="Apple SD Gothic Neo"/>
              </a:rPr>
              <a:t>결과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285FFD-43D3-418B-92CD-98846F90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0">
                <a:solidFill>
                  <a:srgbClr val="172033"/>
                </a:solidFill>
                <a:latin typeface="Apple SD Gothic Neo"/>
                <a:ea typeface="Apple SD Gothic Neo"/>
                <a:cs typeface="Apple SD Gothic Neo"/>
              </a:rPr>
              <a:t>두 지침이 모두 반영되는지 대화로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815675-6C7D-4E5D-AB8B-6EECEACF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864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E66A5C"/>
                </a:solidFill>
                <a:latin typeface="Apple SD Gothic Neo"/>
                <a:ea typeface="Apple SD Gothic Neo"/>
                <a:cs typeface="Apple SD Gothic Neo"/>
              </a:rPr>
              <a:t>확인 질문: 이 규칙은 모든 프로젝트에 필요한가, 이 저장소에만 필요한가?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78B851-941E-404C-9D8F-EE8C61A61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Codex AGENTS.md 실습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E45983-CC73-4481-A74A-08CA86EA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667085"/>
                </a:solidFill>
                <a:latin typeface="Apple SD Gothic Neo"/>
                <a:ea typeface="Apple SD Gothic Neo"/>
                <a:cs typeface="Apple SD Gothic Neo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1936218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331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8F09B-A530-47F9-96C7-CF839EFA0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01643-E60A-44B2-B751-F6872FE0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E68BF3-55B1-4B0F-A557-02C40F5F8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668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사이드바의 프로젝트는 작업 폴더를 선택하는 단위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3DD71-F416-415C-A5C7-BA3A60AF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1526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BB548-8022-44EB-80A7-3C875793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76D9D-8A27-4D7C-9F06-CB09F00F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4574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공통 규칙은 ~/.codex/AGENTS.md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9275F-86A7-430A-81A9-33EBEB6E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1432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A9E33-A17F-45F3-9CA5-3B1A2A5D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232FE-87A7-4139-BA39-4513BAAF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480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프로젝트 고유 규칙은 저장소의 AGENTS.md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6B9930-85AF-48C9-B928-142F47CC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1338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41B9B-9881-45A8-9E44-1004DB38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819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6C453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7554A4-FBEC-43F8-B35B-D8D948A7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38650"/>
            <a:ext cx="885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0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긴 상세 규칙은 docs 문서로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3CE72-0DF6-492C-B9E1-FE3B27A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244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496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27CD4-8D06-45A9-B021-0E0B4BC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3975E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F58568-64D5-4E9F-9F34-791786CF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293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단계: 공통 파일 1개와 프로젝트 파일 1개부터 작게 시작</a:t>
            </a:r>
          </a:p>
        </p:txBody>
      </p:sp>
    </p:spTree>
    <p:extLst>
      <p:ext uri="{BB962C8B-B14F-4D97-AF65-F5344CB8AC3E}">
        <p14:creationId xmlns:p14="http://schemas.microsoft.com/office/powerpoint/2010/main" val="766345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2026-09-08T13:31:06.7410000Z</dcterms:created>
  <dcterms:modified xsi:type="dcterms:W3CDTF">2026-09-08T13:31:06.7410000Z</dcterms:modified>
</coreProperties>
</file>