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f63a948bab44dd" /><Relationship Type="http://schemas.openxmlformats.org/officeDocument/2006/relationships/extended-properties" Target="/docProps/app.xml" Id="Rd82a7a220c404c6b" /><Relationship Type="http://schemas.openxmlformats.org/officeDocument/2006/relationships/officeDocument" Target="/ppt/presentation.xml" Id="R11ec3a86fd6848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634c70d10b40e1"/>
  </p:sldMasterIdLst>
  <p:notesMasterIdLst>
    <p:notesMasterId xmlns:r="http://schemas.openxmlformats.org/officeDocument/2006/relationships" r:id="Rf13853fd8e5d4fa3"/>
  </p:notesMasterIdLst>
  <p:sldIdLst>
    <p:sldId xmlns:r="http://schemas.openxmlformats.org/officeDocument/2006/relationships" id="256" r:id="R797939fc1eb548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26ef98efc242bc" /><Relationship Type="http://schemas.openxmlformats.org/officeDocument/2006/relationships/slideMaster" Target="/ppt/slideMasters/slideMaster1.xml" Id="Rcc634c70d10b40e1" /><Relationship Type="http://schemas.openxmlformats.org/officeDocument/2006/relationships/notesMaster" Target="/ppt/notesMasters/notesMaster1.xml" Id="Rf13853fd8e5d4fa3" /><Relationship Type="http://schemas.openxmlformats.org/officeDocument/2006/relationships/presProps" Target="/ppt/presProps.xml" Id="R695c419da5f846da" /><Relationship Type="http://schemas.openxmlformats.org/officeDocument/2006/relationships/tableStyles" Target="/ppt/tableStyles.xml" Id="Rdbb1ec1063074481" /><Relationship Type="http://schemas.openxmlformats.org/officeDocument/2006/relationships/slide" Target="/ppt/slides/slide1.xml" Id="R797939fc1eb548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12cd226a1c4a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74ac861e204c3d" /><Relationship Type="http://schemas.openxmlformats.org/officeDocument/2006/relationships/notesMaster" Target="/ppt/notesMasters/notesMaster1.xml" Id="R843b42ae384348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OpenAI Codex 공식 문서, AGENTS.md 안내 https://developers.openai.com/codex/guides/agents-md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50139248fd43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51c6b938ed47c4" /><Relationship Type="http://schemas.openxmlformats.org/officeDocument/2006/relationships/slideLayout" Target="/ppt/slideLayouts/slideLayout1.xml" Id="R86f6512dbefd4a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f6512dbefd4a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8384fe3b347a6" /><Relationship Type="http://schemas.openxmlformats.org/officeDocument/2006/relationships/notesSlide" Target="/ppt/notesSlides/notesSlide1.xml" Id="R78236ec587064c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0FFE21-9029-41F5-9146-B89B6792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5E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FFF1E-FAFC-457F-84E2-50197C45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30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20304F"/>
                </a:solidFill>
                <a:latin typeface="Apple SD Gothic Neo"/>
                <a:ea typeface="Apple SD Gothic Neo"/>
                <a:cs typeface="Apple SD Gothic Neo"/>
              </a:rPr>
              <a:t>Codex 프로젝트별 AGENTS.md 구성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548FA-B76E-4865-802B-367DC392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사이드바의 프로젝트는 작업 폴더를 선택하는 단위입니다. 설정 계층은 AGENTS.md의 위치로 결정됩니다.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8A87F-F357-436A-B90C-FDC9A1CF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2E5E9-BE65-490F-87E0-B09744CB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1043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64688-5801-4836-8A08-4FCE197E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76450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공통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968AE-C4A2-4884-B0E5-8420897D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81200"/>
            <a:ext cx="3695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30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0304F"/>
                </a:solidFill>
                <a:latin typeface="Apple SD Gothic Neo"/>
                <a:ea typeface="Apple SD Gothic Neo"/>
                <a:cs typeface="Apple SD Gothic Neo"/>
              </a:rPr>
              <a:t>~/.codex/AGENTS.md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49275-7D08-403B-97F2-2BD3B156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4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모든 프로젝트에서 지킬 대화 방식, Git 정책, 시스템 변경 제한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E3D7D-D14C-45E6-8B19-2C146542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48000"/>
            <a:ext cx="9810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FF4E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2EB59-943C-4960-97FD-92B6C80F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5755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8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58A70"/>
                </a:solidFill>
                <a:latin typeface="Apple SD Gothic Neo"/>
                <a:ea typeface="Apple SD Gothic Neo"/>
                <a:cs typeface="Apple SD Gothic Neo"/>
              </a:rPr>
              <a:t>프로젝트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11823-A238-4340-B154-6074CF17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62300"/>
            <a:ext cx="3695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30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0304F"/>
                </a:solidFill>
                <a:latin typeface="Apple SD Gothic Neo"/>
                <a:ea typeface="Apple SD Gothic Neo"/>
                <a:cs typeface="Apple SD Gothic Neo"/>
              </a:rPr>
              <a:t>project/AGENTS.md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BA61E-EF6A-4CE8-B122-2C7EA164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242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기술 스택, 빌드·테스트 명령, 저장소 고유 규칙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514A41-48C6-445E-840E-6559D5E9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29100"/>
            <a:ext cx="91821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DB833-6F80-434F-B567-419BE89A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3865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58A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C58A12"/>
                </a:solidFill>
                <a:latin typeface="Apple SD Gothic Neo"/>
                <a:ea typeface="Apple SD Gothic Neo"/>
                <a:cs typeface="Apple SD Gothic Neo"/>
              </a:rPr>
              <a:t>하위 폴더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F20124-45DD-4C06-B683-E5323B7A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43400"/>
            <a:ext cx="3695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30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0304F"/>
                </a:solidFill>
                <a:latin typeface="Apple SD Gothic Neo"/>
                <a:ea typeface="Apple SD Gothic Neo"/>
                <a:cs typeface="Apple SD Gothic Neo"/>
              </a:rPr>
              <a:t>module/AGENTS.md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8974CD-66F0-4DF0-B47E-D6B2F053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053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특정 모듈이나 디렉터리에만 필요한 지침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B9620E-F7BB-4218-BB69-FEDAE55C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0304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B3446A-8D38-4096-B400-6A38F4F5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86425"/>
            <a:ext cx="78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C44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4C44E"/>
                </a:solidFill>
                <a:latin typeface="Apple SD Gothic Neo"/>
                <a:ea typeface="Apple SD Gothic Neo"/>
                <a:cs typeface="Apple SD Gothic Neo"/>
              </a:rPr>
              <a:t>정리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A02CDC-93B0-46C4-AC3B-E3128752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8642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공통 규칙은 Codex 홈에, 프로젝트 규칙은 저장소에, 긴 설명은 docs/*.md에 둡니다.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FDA92C-F832-407D-B6C7-93138735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OpenAI Codex 공식 문서: developers.openai.com/codex/guides/agents-md</a:t>
            </a:r>
          </a:p>
        </p:txBody>
      </p:sp>
    </p:spTree>
    <p:extLst>
      <p:ext uri="{BB962C8B-B14F-4D97-AF65-F5344CB8AC3E}">
        <p14:creationId xmlns:p14="http://schemas.microsoft.com/office/powerpoint/2010/main" val="5779410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2026-09-08T14:09:55.6230000Z</dcterms:created>
  <dcterms:modified xsi:type="dcterms:W3CDTF">2026-09-08T14:09:55.6230000Z</dcterms:modified>
</coreProperties>
</file>