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543c2aaf734e54" /><Relationship Type="http://schemas.openxmlformats.org/officeDocument/2006/relationships/extended-properties" Target="/docProps/app.xml" Id="R917ee4b01236478a" /><Relationship Type="http://schemas.openxmlformats.org/officeDocument/2006/relationships/officeDocument" Target="/ppt/presentation.xml" Id="R3531c5d8b22a4c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711101d004e1e"/>
  </p:sldMasterIdLst>
  <p:notesMasterIdLst>
    <p:notesMasterId xmlns:r="http://schemas.openxmlformats.org/officeDocument/2006/relationships" r:id="Rfb15bd7eb52b418e"/>
  </p:notesMasterIdLst>
  <p:sldIdLst>
    <p:sldId xmlns:r="http://schemas.openxmlformats.org/officeDocument/2006/relationships" id="256" r:id="Re1ad94e671514b23"/>
    <p:sldId xmlns:r="http://schemas.openxmlformats.org/officeDocument/2006/relationships" id="257" r:id="Rec45da16982b4a50"/>
    <p:sldId xmlns:r="http://schemas.openxmlformats.org/officeDocument/2006/relationships" id="258" r:id="Reec9abad15b345b5"/>
    <p:sldId xmlns:r="http://schemas.openxmlformats.org/officeDocument/2006/relationships" id="259" r:id="Rec0d56eb21e946d6"/>
    <p:sldId xmlns:r="http://schemas.openxmlformats.org/officeDocument/2006/relationships" id="260" r:id="Radb351ece0e74192"/>
    <p:sldId xmlns:r="http://schemas.openxmlformats.org/officeDocument/2006/relationships" id="261" r:id="R358dd7a0592e4d3f"/>
    <p:sldId xmlns:r="http://schemas.openxmlformats.org/officeDocument/2006/relationships" id="262" r:id="R316b188145784506"/>
    <p:sldId xmlns:r="http://schemas.openxmlformats.org/officeDocument/2006/relationships" id="263" r:id="Rceece2fb9afd4e1a"/>
    <p:sldId xmlns:r="http://schemas.openxmlformats.org/officeDocument/2006/relationships" id="264" r:id="Rb8d850166671433c"/>
    <p:sldId xmlns:r="http://schemas.openxmlformats.org/officeDocument/2006/relationships" id="265" r:id="R45dc934e3519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f0cfbb71b49be" /><Relationship Type="http://schemas.openxmlformats.org/officeDocument/2006/relationships/slideMaster" Target="/ppt/slideMasters/slideMaster1.xml" Id="R584711101d004e1e" /><Relationship Type="http://schemas.openxmlformats.org/officeDocument/2006/relationships/notesMaster" Target="/ppt/notesMasters/notesMaster1.xml" Id="Rfb15bd7eb52b418e" /><Relationship Type="http://schemas.openxmlformats.org/officeDocument/2006/relationships/presProps" Target="/ppt/presProps.xml" Id="Re795a8458d484d25" /><Relationship Type="http://schemas.openxmlformats.org/officeDocument/2006/relationships/tableStyles" Target="/ppt/tableStyles.xml" Id="R3024885f8fb94427" /><Relationship Type="http://schemas.openxmlformats.org/officeDocument/2006/relationships/slide" Target="/ppt/slides/slide1.xml" Id="Re1ad94e671514b23" /><Relationship Type="http://schemas.openxmlformats.org/officeDocument/2006/relationships/slide" Target="/ppt/slides/slide2.xml" Id="Rec45da16982b4a50" /><Relationship Type="http://schemas.openxmlformats.org/officeDocument/2006/relationships/slide" Target="/ppt/slides/slide3.xml" Id="Reec9abad15b345b5" /><Relationship Type="http://schemas.openxmlformats.org/officeDocument/2006/relationships/slide" Target="/ppt/slides/slide4.xml" Id="Rec0d56eb21e946d6" /><Relationship Type="http://schemas.openxmlformats.org/officeDocument/2006/relationships/slide" Target="/ppt/slides/slide5.xml" Id="Radb351ece0e74192" /><Relationship Type="http://schemas.openxmlformats.org/officeDocument/2006/relationships/slide" Target="/ppt/slides/slide6.xml" Id="R358dd7a0592e4d3f" /><Relationship Type="http://schemas.openxmlformats.org/officeDocument/2006/relationships/slide" Target="/ppt/slides/slide7.xml" Id="R316b188145784506" /><Relationship Type="http://schemas.openxmlformats.org/officeDocument/2006/relationships/slide" Target="/ppt/slides/slide8.xml" Id="Rceece2fb9afd4e1a" /><Relationship Type="http://schemas.openxmlformats.org/officeDocument/2006/relationships/slide" Target="/ppt/slides/slide9.xml" Id="Rb8d850166671433c" /><Relationship Type="http://schemas.openxmlformats.org/officeDocument/2006/relationships/slide" Target="/ppt/slides/slide10.xml" Id="R45dc934e3519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87d4533c6e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a4a83c5f04e6e" /><Relationship Type="http://schemas.openxmlformats.org/officeDocument/2006/relationships/notesMaster" Target="/ppt/notesMasters/notesMaster1.xml" Id="R0640a6c2f67740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3ebe6d6844974" /><Relationship Type="http://schemas.openxmlformats.org/officeDocument/2006/relationships/notesMaster" Target="/ppt/notesMasters/notesMaster1.xml" Id="R40cd9a656f1c49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ab6274f7a44d36" /><Relationship Type="http://schemas.openxmlformats.org/officeDocument/2006/relationships/notesMaster" Target="/ppt/notesMasters/notesMaster1.xml" Id="R3eae8e17f1584a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e6e5d007ef4fff" /><Relationship Type="http://schemas.openxmlformats.org/officeDocument/2006/relationships/notesMaster" Target="/ppt/notesMasters/notesMaster1.xml" Id="R4a1a6a03809540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398e3a9af7438c" /><Relationship Type="http://schemas.openxmlformats.org/officeDocument/2006/relationships/notesMaster" Target="/ppt/notesMasters/notesMaster1.xml" Id="Rd269ea861ff34f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4ad69fdd534ecd" /><Relationship Type="http://schemas.openxmlformats.org/officeDocument/2006/relationships/notesMaster" Target="/ppt/notesMasters/notesMaster1.xml" Id="Rbd5ffd408c4342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76b49df8e6420d" /><Relationship Type="http://schemas.openxmlformats.org/officeDocument/2006/relationships/notesMaster" Target="/ppt/notesMasters/notesMaster1.xml" Id="R28d43b70202844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fbfe6b07df453a" /><Relationship Type="http://schemas.openxmlformats.org/officeDocument/2006/relationships/notesMaster" Target="/ppt/notesMasters/notesMaster1.xml" Id="R9827bac552f54a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8864adf5e421c" /><Relationship Type="http://schemas.openxmlformats.org/officeDocument/2006/relationships/notesMaster" Target="/ppt/notesMasters/notesMaster1.xml" Id="R70ddadc906fb40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702e404df345de" /><Relationship Type="http://schemas.openxmlformats.org/officeDocument/2006/relationships/notesMaster" Target="/ppt/notesMasters/notesMaster1.xml" Id="R88756e4909c1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>강의에서는 실제 적용 전 현재 Codex 버전의 공식 문서를 함께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4dfdf3ddf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a08f4809764186" /><Relationship Type="http://schemas.openxmlformats.org/officeDocument/2006/relationships/slideLayout" Target="/ppt/slideLayouts/slideLayout1.xml" Id="Re20a6b9204fe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0a6b9204fe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d5013fc144f5" /><Relationship Type="http://schemas.openxmlformats.org/officeDocument/2006/relationships/notesSlide" Target="/ppt/notesSlides/notesSlide1.xml" Id="Rc547a5d61055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b58317a2a435a" /><Relationship Type="http://schemas.openxmlformats.org/officeDocument/2006/relationships/notesSlide" Target="/ppt/notesSlides/notesSlide2.xml" Id="Re7250dcffba142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0f176eaa347c3" /><Relationship Type="http://schemas.openxmlformats.org/officeDocument/2006/relationships/notesSlide" Target="/ppt/notesSlides/notesSlide3.xml" Id="R347b71081017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6b4e0f51747f8" /><Relationship Type="http://schemas.openxmlformats.org/officeDocument/2006/relationships/notesSlide" Target="/ppt/notesSlides/notesSlide4.xml" Id="Rc31950d2cd6b40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26652a2443e5" /><Relationship Type="http://schemas.openxmlformats.org/officeDocument/2006/relationships/notesSlide" Target="/ppt/notesSlides/notesSlide5.xml" Id="Raeeddd0584484d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6f7c3bece4824" /><Relationship Type="http://schemas.openxmlformats.org/officeDocument/2006/relationships/notesSlide" Target="/ppt/notesSlides/notesSlide6.xml" Id="Rc3215d36a6c943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9452e081f4d2f" /><Relationship Type="http://schemas.openxmlformats.org/officeDocument/2006/relationships/notesSlide" Target="/ppt/notesSlides/notesSlide7.xml" Id="Rfdc0aae648fc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5e11809484e81" /><Relationship Type="http://schemas.openxmlformats.org/officeDocument/2006/relationships/notesSlide" Target="/ppt/notesSlides/notesSlide8.xml" Id="Rb6b85512825c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3e1a0087f4466" /><Relationship Type="http://schemas.openxmlformats.org/officeDocument/2006/relationships/notesSlide" Target="/ppt/notesSlides/notesSlide9.xml" Id="Rf2489b185df648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f885cc1b41ba" /><Relationship Type="http://schemas.openxmlformats.org/officeDocument/2006/relationships/notesSlide" Target="/ppt/notesSlides/notesSlide10.xml" Id="R1c157f4f04fd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3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0FA56-6F1C-455F-A3B4-E79680C1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D9F86-F969-48C8-9378-62723EAE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94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DD3A0-C052-416C-9FD8-0098487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620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8A6E2-2400-4E8D-8A74-5232074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33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~/.codex/AGENTS.md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E8C5F-071E-4E88-B33E-FC85AF4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8DC0C-6015-48E3-80BD-32316C11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rPr>
              <a:t>project/AGENTS.md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17BF8-F7C5-4CB1-B72D-87FDEA5D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7BCB9-3708-447B-B53A-A850035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rPr>
              <a:t>module/AGENTS.md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E0D38-1CB5-4593-B4A7-C55FD93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Codex 프로젝트별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AGENTS.md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DA2B0-9888-433A-BAAD-0882EB95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FD8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FD8EA"/>
                </a:solidFill>
                <a:latin typeface="Apple SD Gothic Neo"/>
                <a:ea typeface="Apple SD Gothic Neo"/>
                <a:cs typeface="Apple SD Gothic Neo"/>
              </a:rPr>
              <a:t>공통 규칙과 프로젝트 규칙을 나누는 실전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147B0-F6ED-4744-9DD2-EB025E3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10분 개념 설명 + 20분 실습</a:t>
            </a:r>
          </a:p>
        </p:txBody>
      </p:sp>
    </p:spTree>
    <p:extLst>
      <p:ext uri="{BB962C8B-B14F-4D97-AF65-F5344CB8AC3E}">
        <p14:creationId xmlns:p14="http://schemas.microsoft.com/office/powerpoint/2010/main" val="1010374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3BCB3-1A0E-4929-AFC2-4C443205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FB380-EC18-4439-9367-088376BA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왼쪽의 프로젝트는 작업 폴더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AF627-E781-4CAD-B55C-FA8C5A4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613D0-08B5-442B-9821-18224DF0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 앱에서 프로젝트를 선택하면 그 폴더를 기준으로 작업이 시작됩니다.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520C4-E5DE-44B5-AAED-30F84BD6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95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F36E5-67E0-4031-B478-F923A83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사이드바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AB160-1F4E-4FFE-9B41-D0DFB9B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3886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C4CC2-2BA2-4F7B-AAAD-40C09EAA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sql-formatter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DE43D-64E0-408F-823F-9CB24F8D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poreia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1DC4E-D906-4A16-A4EB-81A8272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vibe-study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769CF-A155-4E8D-81FF-B32207D7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rPr>
              <a:t>중요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306BC-F3F1-44D2-B834-9F08771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사이드바 그룹이</a:t>
            </a:r>
          </a:p>
          <a:p xmlns:a="http://schemas.openxmlformats.org/drawingml/2006/main">
            <a:pPr algn="l">
              <a:def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설정 상속 구조를 만들지는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C3849-747F-4DC1-ACC1-28729074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적용 범위는 파일 위치와 현재 작업 디렉터리를 기준으로 결정됩니다.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DC6E6-90A6-4F83-AEBB-D0573567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D13B0-1F2D-41D7-815E-956DA88C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09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D5C56-0C4F-42CA-8EA5-7CDA805E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9FACD-F8CC-4E6A-B91A-36D115BA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AGENTS.md의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C1A8E-A854-45DC-99B8-97314496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0C97F-BF42-47DA-8FD1-0B58FBA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Codex가 저장소에서 작업할 때 따라야 할 지침을 적는 파일입니다.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D10C8-E7D0-4BFA-94E2-6C91F7D1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코딩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C7787-A5FD-40FD-AA8B-9AADA37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431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BE6B-5A1C-458A-9A70-17BDE03E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언어·스타일·설계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19BB7-A310-467D-A749-F625687D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F1E70-0917-4637-8466-A3DE152F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2422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6BB12-1330-4948-97A1-27310E2E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빌드·테스트·포맷 명령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120D6-0F69-453E-B4B7-CDD44CE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9099A-5BEC-469B-9D63-6C881A9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052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7E73F-3C4E-46BA-90C0-090B7ABD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38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커밋·푸시·브랜치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9D911-F98A-4DEF-B558-6F7BEDC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58EC9-7E7B-4121-8270-C30727B9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8632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FBE11-BC30-4430-8589-C28E92A9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수정 금지 파일과 보안 규칙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52421-9775-40B5-9DF1-45102B9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1623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9BD52-9854-4B07-8D30-41469EE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rPr>
              <a:t>README.md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06019-F896-4FF6-8634-F5981FF4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사람에게 프로젝트를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2D02F-E0E4-4B4E-AE15-24D9BBDF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49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8C695-F866-4027-BAB2-7D6D27AA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D8792-103C-43F0-A8C2-7B1E4CD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Codex에게 작업 방법을 설명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94CB6-CEF0-4D6A-B903-E3244890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44A52-D21D-4D98-8AF2-DCBCEEB3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7088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66492-E2D0-469F-82C7-BF5BF0BF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4B490-AEA0-446A-8C5F-2F34749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설정과 프로젝트별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0A925-4A17-4FBB-BADA-CC2F02C6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107B-3522-4CD0-AC07-D289B16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058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3389C-8561-425E-8180-0729E06F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공통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0CA79-146D-4605-AEA7-E820B9B3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~/.codex/AGENTS.md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E2D6C-9723-4128-B142-DE5D531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모든 프로젝트에서 반복할 작업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F0ADC-83F4-4FC9-82CB-ACCDCB89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9258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344A-7FC6-4DBF-A885-1856AC7C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프로젝트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0AD1A-8176-4486-95B5-7B57ACA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sql-formatter/AGENTS.md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0A2BB-FBE8-40B8-AB77-21F627CC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기술 스택과 저장소 전용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F9F4C-BE5F-4C24-A17B-A947293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1500"/>
            <a:ext cx="8458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FFBB8-1C23-462D-A4A4-B5EF4A55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하위 폴더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1A296-19C0-4F45-92D6-43E090AE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src/parser/AGENTS.md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06B3C-0634-4FE8-932F-58C1963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특정 디렉터리에만 필요한 지침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0F646-E559-465B-B0F2-522B78D5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0070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작업 위치에 가까운 지침일수록 더 구체적인 맥락을 제공합니다.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9405D-E8F7-4E0C-AB41-CB4103F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3A8C2-0CA8-467E-96FF-1D5D926E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1490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87F42-C605-47E9-8D40-B6AE744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115E1-AB47-4196-BE31-2DA79B57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어떤 규칙을 어디에 둘까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438A0-ED41-430B-A51E-58B1BDB6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586B9-D890-4163-991A-702C7BF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2BBF6-E738-4071-8E02-49416BAE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AGENTS.md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0FC05-044B-4F0A-A401-809EA94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A64BD-41D8-40B2-A726-A7CF14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24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대화 언어와 응답 방식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커밋·푸시 기본 정책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시스템 설정 변경 제한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A3591-877C-4019-A186-18C4472F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A9ED6-906F-4B63-B471-C9492236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9CEC8-AFB2-4E07-84EF-E3E67C9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55140-B7A1-4CD9-A7FC-FC558247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2724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기술 스택과 디렉터리 구조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빌드·테스트 명령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저장소의 핵심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C20ED-2FE3-4BE9-9314-3B3839B6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8481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10A48-F76D-4681-ABA4-179C25A8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docs/*.md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79D31-B0D6-44CF-80D6-AF1AEF0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01CE9-DBEA-4BDB-BEA8-C3179FBD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3314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긴 포맷 규칙과 예제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상세 테스트 절차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필요할 때만 읽을 참고 문서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87DC3-4287-4024-A11F-3EEB3F86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원칙: 자주 쓰는 규칙은 가까이, 긴 설명은 별도 문서에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8D953-54DA-4F9F-A37A-33DFC3BE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9716A-C038-4932-B82F-F428AC25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4245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945E9-1B6A-4C89-BEE9-E9E9FC83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96D0D-B1AA-40B4-AB89-39CB3436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추천 폴더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276D2-D793-4D42-AD34-7DCADF6B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A0154-6E73-4746-B961-E5806A09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23314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CD362-2F11-44D3-89ED-620011C2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59055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~/.codex/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└── 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~/dev/sources/git/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├── sql-formatter/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│   ├── AGENTS.md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│   └── docs/formatter-rules.md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└── poreia/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 ├── AGENTS.md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 └── docs/testing.md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F666E-6263-4EE5-BB25-70AC4C2C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rPr>
              <a:t>상위 git 폴더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E1884-710D-4534-9F19-9B9043D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여러 저장소의 부모 폴더에 둔 파일은 각 프로젝트에서 항상 읽힌다고 가정하지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05FE2-1BE3-44DA-912F-41C8687B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3105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전체 공통 규칙은 Codex 홈의 AGENTS.md에 두는 구성이 명확합니다.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D9362-BA32-4031-8FC0-6C759C54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67A35-0B00-4A4C-A45D-B1011154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29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C01AA-3D07-46B5-A364-760D3FDC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8BB6E-4255-40D7-B99E-2B232BE0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AGENTS.md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85AAC-4286-40F1-B45F-9EB23B34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8CABF-656C-438C-9EC0-F8B45365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7739F-BE23-42BE-BC69-01D5DD31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058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# 공통 작업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사용자에게는 한국어로 간결하게 설명한다.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사용자가 요청하기 전에는 커밋하거나 푸시하지 않는다.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시스템 환경변수와 OS 설정을 임의로 변경하지 않는다.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기존 사용자 변경사항을 보존한다.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57BB9-CA75-47C0-8191-E1F29F07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477D7-AC87-411D-9746-B42400BA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프로젝트가 바뀌어도 지킬 원칙만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7D9EF-A8D8-4873-AC38-DCCE790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C7CED-BAAF-4BB8-9740-CD5A1A42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39843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AF416-8524-4C0A-B4A5-688D027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E56F5-ED94-4354-BDA8-B0369461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 AGENTS.md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E4A07-C1AE-4604-8742-83FBA2FD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EE6F6-DDC7-4C8C-9C34-9AC19227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sql-formatter/AGENTS.md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DDAF4-CA8E-41B4-83AF-C5E0B39A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C22C9-D7B7-4E2F-B86D-8AB7241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0058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# SQL Formatter 작업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Java 21과 Gradle Wrapper를 사용한다.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SQL Server 문법과 MyBatis XML 표현식을 보존한다.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수정 후 ./scripts/verify-local.sh를 실행한다.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상세 정렬 규칙은 docs/formatter-rules.md를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9AF6D-B183-4E48-869B-947ED88F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rPr>
              <a:t>공통 규칙을 반복하지 않고 이 저장소에서 달라지는 내용만 기록합니다.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A6914-D132-4B64-9CCD-A2130DCD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DA4E0-561C-472A-9201-BC1581F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20123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5418C-9E29-4779-B8D3-51DC5266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2A000-C6F4-4DCD-B516-C5B7FB26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실습: 설정 범위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99C65-DDCB-46B3-8C62-04720DF8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4CAF0-F097-42F5-94BB-7BDB6A1C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3C0CB-D26F-4D4B-BD36-86FB78C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E128E-1C6D-4D2D-9108-0BB61DF5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파일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2CFA-7151-4B01-BCAF-B3B2C5B7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~/.codex/AGENTS.md에 응답 언어 규칙 작성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FF6B-AC6D-4E3B-B42B-B197D6E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2DBF5-AFDB-4113-9717-8972201C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2F2DC-BB32-4E25-B10C-2151C7C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484F6-E865-4019-AC21-B7082FD0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프로젝트 루트에 빌드 명령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61025-A7A9-496F-BF6D-7FE0C89E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ECCB4-FD08-42BF-BD0A-26CE0793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02B1D-8A37-49A3-A8F9-AF63DE2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새 작업 시작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FC06D-A2A5-4787-ACB7-B0FE843A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해당 폴더를 프로젝트로 열고 간단한 요청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E40F8-72B9-49FF-B776-3E6A89BA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85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4D70D-72C1-4214-92D9-92160AD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1472C-8DB8-4471-BA4D-AFE212A1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결과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4626F-1F3A-47B8-B0FE-9BA42EAB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두 지침이 모두 반영되는지 대화로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EEAD1-7EFA-4A63-AB6F-1AC692E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rPr>
              <a:t>확인 질문: 이 규칙은 모든 프로젝트에 필요한가, 이 저장소에만 필요한가?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F273E-95EC-420B-AA6A-023D5092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25BC5-2FA7-4E80-9923-A352C9B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40718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33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C19CC-3B5A-490A-B927-B471E57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C770-674A-4698-84B4-326985D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2E581-D0A9-43B5-B23D-FAB37E84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668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사이드바의 프로젝트는 작업 폴더를 선택하는 단위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2531F-BAE8-4A13-8DB6-FF281D45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526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EF1FB-DD44-4EDB-9BFB-C3F9CDF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F10D-BDB1-4D14-A328-7830029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공통 규칙은 ~/.codex/AGENTS.md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565A8-4697-4844-9058-1F08BF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47159-2E7E-4044-857F-5AB5132B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DA08C-02FA-4BAD-9CF5-F26A3652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480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프로젝트 고유 규칙은 저장소의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CE263-A550-47EA-9740-A66100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338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40081-8D2B-4B1C-9901-771C802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7FCBD-93EF-44FB-8391-A21EBDD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긴 상세 규칙은 docs 문서로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068E6-C421-437C-88D4-3BEC0819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4C5EC-6165-4C4D-8C6F-2A342C68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51E86-C974-434D-8425-088BD9D2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단계: 공통 파일 1개와 프로젝트 파일 1개부터 작게 시작</a:t>
            </a:r>
          </a:p>
        </p:txBody>
      </p:sp>
    </p:spTree>
    <p:extLst>
      <p:ext uri="{BB962C8B-B14F-4D97-AF65-F5344CB8AC3E}">
        <p14:creationId xmlns:p14="http://schemas.microsoft.com/office/powerpoint/2010/main" val="1821647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2026-09-08T13:33:06.0830000Z</dcterms:created>
  <dcterms:modified xsi:type="dcterms:W3CDTF">2026-09-08T13:33:06.0830000Z</dcterms:modified>
</coreProperties>
</file>